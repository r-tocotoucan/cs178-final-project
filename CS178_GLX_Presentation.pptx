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777240" cy="77724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the Green Line Extension to Tufts Different?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178 Visual Analytics — Final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Minseok Choi · Anamol Kaspal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MBTA Rapid Transit Headways · 13.5M records · 125 stations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&amp; Hypotheses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EAF4EE"/>
          </a:solidFill>
          <a:ln w="19050">
            <a:solidFill>
              <a:srgbClr val="1B7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5156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GLX extension opened new stops on the Medford branch in 2022. We asked: does this newer segment of Green-E actually perform differently from the rest of the line, in frequency, regularity, or both?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9319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65960"/>
            <a:ext cx="3931920" cy="365760"/>
          </a:xfrm>
          <a:prstGeom prst="rect">
            <a:avLst/>
          </a:prstGeom>
          <a:solidFill>
            <a:srgbClr val="2E3A4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GLX intermediate stops (Lechmere through Ball Square) have more regular service than non-GLX Green-E stops, measured by lower IQR, lower long-gap rate, and a more consistent hour-by-hour headway profile.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Compare distributions by hour and day type. Reject if differences disappear under controlled comparison.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965960"/>
            <a:ext cx="39319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965960"/>
            <a:ext cx="3931920" cy="365760"/>
          </a:xfrm>
          <a:prstGeom prst="rect">
            <a:avLst/>
          </a:prstGeom>
          <a:solidFill>
            <a:srgbClr val="2E3A4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4231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Medford/Tufts appears as a headway outlier due to terminal-stop measurement structure. Originating trains have no prior departure at the same stop, rather than genuinely poor service.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Check if null rate drops to normal levels for non-originating trips. Reject if high missingness persists.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Built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1371600"/>
          </a:xfrm>
          <a:prstGeom prst="rect">
            <a:avLst/>
          </a:prstGeom>
          <a:solidFill>
            <a:srgbClr val="EAF4EE"/>
          </a:solidFill>
          <a:ln w="19050">
            <a:solidFill>
              <a:srgbClr val="1B7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0241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Monthly CSVs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MBTA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13.5M rows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04288" y="1691640"/>
            <a:ext cx="548640" cy="0"/>
          </a:xfrm>
          <a:prstGeom prst="line">
            <a:avLst/>
          </a:prstGeom>
          <a:noFill/>
          <a:ln w="25400">
            <a:solidFill>
              <a:srgbClr val="1B7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005840"/>
            <a:ext cx="20116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0241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DuckDB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flagging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headways_enriched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36008" y="1691640"/>
            <a:ext cx="548640" cy="0"/>
          </a:xfrm>
          <a:prstGeom prst="line">
            <a:avLst/>
          </a:prstGeom>
          <a:noFill/>
          <a:ln w="25400">
            <a:solidFill>
              <a:srgbClr val="1B7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005840"/>
            <a:ext cx="20116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0241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day, direction,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toggle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67728" y="1691640"/>
            <a:ext cx="548640" cy="0"/>
          </a:xfrm>
          <a:prstGeom prst="line">
            <a:avLst/>
          </a:prstGeom>
          <a:noFill/>
          <a:ln w="25400">
            <a:solidFill>
              <a:srgbClr val="1B7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1005840"/>
            <a:ext cx="2011680" cy="1371600"/>
          </a:xfrm>
          <a:prstGeom prst="rect">
            <a:avLst/>
          </a:prstGeom>
          <a:solidFill>
            <a:srgbClr val="2E3A45"/>
          </a:solidFill>
          <a:ln w="19050">
            <a:solidFill>
              <a:srgbClr val="2E3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10241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D3.js Frontend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charts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· Line · Table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4160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670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Pre-computation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01752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headway: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headway for Green lines, trunk for Orange/Blue/Red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flagging: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Medford/Tufts and Heath Street excluded from comparisons when toggled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CASE logic: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line groups defined in SQL for consistent cross-line comparison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606040"/>
            <a:ext cx="40690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6700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Usage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01752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(Anthropic):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structure, HTML logic, CSS styling and UI placement, README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analysis, findings, and hypotheses were developed by the team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MBTA GLX Explorer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3383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Network comparison → H1 box plots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Hour-of-day chart → H1 line tracking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Monthly trend → H1 confirmed over full year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Missingness table → H2 terminal artifact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2E3A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 — REJECTED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GLX is NOT more regular than Green-E non-GLX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median, IQR, and long-gap rate between groups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Hour-of-day: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 trace the exact same curve at every hour, including peak hours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Green groups move in lockstep across all 12 months of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 — CONFIRMED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Medford/Tufts is a data artifact, not poor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rate: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 at Medford/Tufts · 99.6% at Heath Street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GLX stops: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between 1 to 7% null, matching non-GLX Green-E stops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Terminal-originating trains have no prior departure to subtract from. Headway is structurally uncomputable.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2E3A45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GLX extension to Tufts is not meaningfully different from the rest of Green-E in frequency or regularity, at any hour of the day or any month of 2025.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51760" cy="2286000"/>
          </a:xfrm>
          <a:prstGeom prst="rect">
            <a:avLst/>
          </a:prstGeom>
          <a:solidFill>
            <a:srgbClr val="2E3A45"/>
          </a:solidFill>
          <a:ln w="12700">
            <a:solidFill>
              <a:srgbClr val="3D5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looked different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Medford/Tufts with 98.9% null headway appeared to be an extreme outlier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651760" cy="2286000"/>
          </a:xfrm>
          <a:prstGeom prst="rect">
            <a:avLst/>
          </a:prstGeom>
          <a:solidFill>
            <a:srgbClr val="2E3A45"/>
          </a:solidFill>
          <a:ln w="12700">
            <a:solidFill>
              <a:srgbClr val="3D5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it's not real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stops cannot have a headway computed. There is no prior departure. This is a measurement artifact, not a service failure.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2651760" cy="2286000"/>
          </a:xfrm>
          <a:prstGeom prst="rect">
            <a:avLst/>
          </a:prstGeom>
          <a:solidFill>
            <a:srgbClr val="2E3A45"/>
          </a:solidFill>
          <a:ln w="12700">
            <a:solidFill>
              <a:srgbClr val="3D5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 network 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Line runs at about 9 minutes vs Orange/Blue at 6 minutes by design. Branching spreads trains across four routes, not a GLX issue.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MBTA GLX Visual Analytics</dc:title>
  <dc:subject>PptxGenJS Presentation</dc:subject>
  <dc:creator>PptxGenJS</dc:creator>
  <cp:lastModifiedBy>PptxGenJS</cp:lastModifiedBy>
  <cp:revision>1</cp:revision>
  <dcterms:created xsi:type="dcterms:W3CDTF">2026-05-04T21:34:30Z</dcterms:created>
  <dcterms:modified xsi:type="dcterms:W3CDTF">2026-05-04T21:34:30Z</dcterms:modified>
</cp:coreProperties>
</file>